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6"/>
  </p:notesMasterIdLst>
  <p:handoutMasterIdLst>
    <p:handoutMasterId r:id="rId12"/>
  </p:handoutMasterIdLst>
  <p:sldIdLst>
    <p:sldId id="260" r:id="rId4"/>
    <p:sldId id="256" r:id="rId5"/>
    <p:sldId id="257" r:id="rId7"/>
    <p:sldId id="263" r:id="rId8"/>
    <p:sldId id="259" r:id="rId9"/>
    <p:sldId id="261" r:id="rId10"/>
    <p:sldId id="262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6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72560" y="2829560"/>
            <a:ext cx="4246880" cy="13220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80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晨间新闻</a:t>
            </a:r>
            <a:endParaRPr lang="zh-CN" altLang="en-US" sz="80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tx2">
                <a:lumMod val="10000"/>
                <a:lumOff val="9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IMG_07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60" y="0"/>
            <a:ext cx="6285230" cy="2979420"/>
          </a:xfrm>
          <a:prstGeom prst="rect">
            <a:avLst/>
          </a:prstGeom>
        </p:spPr>
      </p:pic>
      <p:pic>
        <p:nvPicPr>
          <p:cNvPr id="8" name="图片 7" descr="IMG_0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55" y="-76835"/>
            <a:ext cx="5811520" cy="4088130"/>
          </a:xfrm>
          <a:prstGeom prst="rect">
            <a:avLst/>
          </a:prstGeom>
        </p:spPr>
      </p:pic>
      <p:pic>
        <p:nvPicPr>
          <p:cNvPr id="9" name="图片 8" descr="IMG_08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4495"/>
            <a:ext cx="7552690" cy="2643505"/>
          </a:xfrm>
          <a:prstGeom prst="rect">
            <a:avLst/>
          </a:prstGeom>
        </p:spPr>
      </p:pic>
      <p:pic>
        <p:nvPicPr>
          <p:cNvPr id="10" name="图片 9" descr="IMG_08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0" y="1479550"/>
            <a:ext cx="6840855" cy="3522345"/>
          </a:xfrm>
          <a:prstGeom prst="rect">
            <a:avLst/>
          </a:prstGeom>
        </p:spPr>
      </p:pic>
      <p:pic>
        <p:nvPicPr>
          <p:cNvPr id="7" name="图片 6" descr="IMG_07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" y="2979420"/>
            <a:ext cx="5699125" cy="2753995"/>
          </a:xfrm>
          <a:prstGeom prst="rect">
            <a:avLst/>
          </a:prstGeom>
        </p:spPr>
      </p:pic>
      <p:pic>
        <p:nvPicPr>
          <p:cNvPr id="6" name="图片 5" descr="IMG_07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535" y="1965960"/>
            <a:ext cx="5118100" cy="2548890"/>
          </a:xfrm>
          <a:prstGeom prst="rect">
            <a:avLst/>
          </a:prstGeom>
        </p:spPr>
      </p:pic>
      <p:pic>
        <p:nvPicPr>
          <p:cNvPr id="4" name="图片 3" descr="IMG_07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230" y="4290060"/>
            <a:ext cx="6216015" cy="2567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0000"/>
                <a:lumOff val="80000"/>
                <a:alpha val="67000"/>
              </a:schemeClr>
            </a:gs>
            <a:gs pos="83000">
              <a:schemeClr val="accent1">
                <a:lumMod val="20000"/>
                <a:lumOff val="80000"/>
                <a:alpha val="50000"/>
              </a:schemeClr>
            </a:gs>
            <a:gs pos="100000">
              <a:schemeClr val="accent1">
                <a:lumMod val="30000"/>
                <a:lumOff val="70000"/>
                <a:alpha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e31cb11352070a102af4c1b0b032090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94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0000"/>
                <a:lumOff val="80000"/>
                <a:alpha val="67000"/>
              </a:schemeClr>
            </a:gs>
            <a:gs pos="83000">
              <a:schemeClr val="accent1">
                <a:lumMod val="20000"/>
                <a:lumOff val="80000"/>
                <a:alpha val="50000"/>
              </a:schemeClr>
            </a:gs>
            <a:gs pos="100000">
              <a:schemeClr val="accent1">
                <a:lumMod val="30000"/>
                <a:lumOff val="70000"/>
                <a:alpha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43865" y="814070"/>
            <a:ext cx="425005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2000" b="1">
                <a:cs typeface="+mn-lt"/>
              </a:rPr>
              <a:t>Unqualified sanitary pads </a:t>
            </a:r>
            <a:endParaRPr lang="en-US" altLang="zh-CN" sz="2000" b="1">
              <a:cs typeface="+mn-lt"/>
            </a:endParaRPr>
          </a:p>
          <a:p>
            <a:pPr indent="457200" fontAlgn="auto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cs typeface="+mn-lt"/>
              </a:rPr>
              <a:t>→ Bacterial vaginosis</a:t>
            </a:r>
            <a:endParaRPr lang="en-US" altLang="zh-CN" sz="2000" b="1">
              <a:cs typeface="+mn-lt"/>
            </a:endParaRPr>
          </a:p>
          <a:p>
            <a:pPr indent="0">
              <a:lnSpc>
                <a:spcPct val="200000"/>
              </a:lnSpc>
              <a:buFont typeface="Arial" panose="020B0604020202090204" pitchFamily="34" charset="0"/>
              <a:buNone/>
            </a:pPr>
            <a:endParaRPr lang="en-US" altLang="zh-CN" sz="2000" b="1"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2000" b="1">
                <a:cs typeface="+mn-lt"/>
              </a:rPr>
              <a:t>Inflammation  </a:t>
            </a:r>
            <a:endParaRPr lang="en-US" altLang="zh-CN" sz="2000" b="1">
              <a:cs typeface="+mn-lt"/>
            </a:endParaRPr>
          </a:p>
          <a:p>
            <a:pPr indent="457200" fontAlgn="auto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cs typeface="+mn-lt"/>
              </a:rPr>
              <a:t>→ Infection </a:t>
            </a:r>
            <a:endParaRPr lang="en-US" altLang="zh-CN" sz="2000" b="1">
              <a:cs typeface="+mn-lt"/>
            </a:endParaRPr>
          </a:p>
          <a:p>
            <a:pPr indent="899795" fontAlgn="auto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cs typeface="+mn-lt"/>
              </a:rPr>
              <a:t>→Gynecological diseases </a:t>
            </a:r>
            <a:endParaRPr lang="en-US" altLang="zh-CN" sz="2000" b="1">
              <a:cs typeface="+mn-lt"/>
            </a:endParaRPr>
          </a:p>
          <a:p>
            <a:pPr indent="1332230" fontAlgn="auto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cs typeface="+mn-lt"/>
              </a:rPr>
              <a:t>→ Fertility</a:t>
            </a:r>
            <a:endParaRPr lang="en-US" altLang="zh-CN" sz="2000" b="1">
              <a:cs typeface="+mn-lt"/>
            </a:endParaRPr>
          </a:p>
          <a:p>
            <a:pPr indent="0">
              <a:lnSpc>
                <a:spcPct val="200000"/>
              </a:lnSpc>
              <a:buFont typeface="Arial" panose="020B0604020202090204" pitchFamily="34" charset="0"/>
              <a:buNone/>
            </a:pPr>
            <a:endParaRPr lang="en-US" altLang="zh-CN" sz="2000" b="1">
              <a:cs typeface="+mn-lt"/>
            </a:endParaRPr>
          </a:p>
          <a:p>
            <a:pPr indent="0">
              <a:lnSpc>
                <a:spcPct val="200000"/>
              </a:lnSpc>
              <a:buFont typeface="Arial" panose="020B0604020202090204" pitchFamily="34" charset="0"/>
              <a:buNone/>
            </a:pPr>
            <a:endParaRPr lang="en-US" altLang="zh-CN" sz="2000" b="1">
              <a:cs typeface="+mn-lt"/>
            </a:endParaRPr>
          </a:p>
          <a:p>
            <a:pPr indent="0">
              <a:lnSpc>
                <a:spcPct val="200000"/>
              </a:lnSpc>
              <a:buFont typeface="Arial" panose="020B0604020202090204" pitchFamily="34" charset="0"/>
              <a:buNone/>
            </a:pPr>
            <a:endParaRPr lang="en-US" altLang="zh-CN" sz="2000" b="1">
              <a:cs typeface="+mn-lt"/>
            </a:endParaRPr>
          </a:p>
        </p:txBody>
      </p:sp>
      <p:pic>
        <p:nvPicPr>
          <p:cNvPr id="5" name="图片 4" descr="67a40af84a44a72a7abfd5118dfbaf7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0910" y="0"/>
            <a:ext cx="7451090" cy="4593590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0000"/>
                <a:lumOff val="80000"/>
                <a:alpha val="67000"/>
              </a:schemeClr>
            </a:gs>
            <a:gs pos="83000">
              <a:schemeClr val="accent1">
                <a:lumMod val="20000"/>
                <a:lumOff val="80000"/>
                <a:alpha val="50000"/>
              </a:schemeClr>
            </a:gs>
            <a:gs pos="100000">
              <a:schemeClr val="accent1">
                <a:lumMod val="30000"/>
                <a:lumOff val="70000"/>
                <a:alpha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69580" y="1014095"/>
            <a:ext cx="425005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cs typeface="+mn-lt"/>
              </a:rPr>
              <a:t>Control the Quality:</a:t>
            </a:r>
            <a:endParaRPr lang="en-US" altLang="zh-CN" sz="2000" b="1">
              <a:cs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2000" b="1">
                <a:cs typeface="+mn-lt"/>
              </a:rPr>
              <a:t>Safe &amp; Qualified raw materials</a:t>
            </a:r>
            <a:endParaRPr lang="en-US" altLang="zh-CN" sz="2000" b="1">
              <a:cs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2000" b="1">
                <a:cs typeface="+mn-lt"/>
              </a:rPr>
              <a:t>Do NOT neglect product quality for </a:t>
            </a:r>
            <a:r>
              <a:rPr lang="en-US" altLang="zh-CN" sz="2000" b="1">
                <a:cs typeface="+mn-lt"/>
              </a:rPr>
              <a:t>profit</a:t>
            </a:r>
            <a:endParaRPr lang="en-US" altLang="zh-CN" sz="2000" b="1">
              <a:cs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2000" b="1">
                <a:cs typeface="+mn-lt"/>
              </a:rPr>
              <a:t>Follow hygiene standards</a:t>
            </a:r>
            <a:endParaRPr lang="en-US" altLang="zh-CN" sz="2000" b="1">
              <a:cs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2000" b="1">
                <a:cs typeface="+mn-lt"/>
              </a:rPr>
              <a:t>Strengthen quality inspection</a:t>
            </a:r>
            <a:endParaRPr lang="en-US" altLang="zh-CN" sz="2000" b="1">
              <a:cs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2000" b="1">
                <a:cs typeface="+mn-lt"/>
              </a:rPr>
              <a:t>Ingredients </a:t>
            </a:r>
            <a:r>
              <a:rPr lang="en-US" altLang="zh-CN" sz="2000" b="1">
                <a:cs typeface="+mn-lt"/>
              </a:rPr>
              <a:t>marked</a:t>
            </a:r>
            <a:endParaRPr lang="en-US" altLang="zh-CN" sz="2000" b="1">
              <a:cs typeface="+mn-lt"/>
            </a:endParaRPr>
          </a:p>
        </p:txBody>
      </p:sp>
      <p:pic>
        <p:nvPicPr>
          <p:cNvPr id="2" name="图片 1" descr="截屏2025-05-25 下午9.40.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03160" cy="482600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3" name="图片 2" descr="截屏2025-05-25 下午9.39.53"/>
          <p:cNvPicPr>
            <a:picLocks noChangeAspect="1"/>
          </p:cNvPicPr>
          <p:nvPr/>
        </p:nvPicPr>
        <p:blipFill>
          <a:blip r:embed="rId2"/>
          <a:srcRect t="70963"/>
          <a:stretch>
            <a:fillRect/>
          </a:stretch>
        </p:blipFill>
        <p:spPr>
          <a:xfrm>
            <a:off x="318135" y="889000"/>
            <a:ext cx="7498715" cy="264985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6" name="图片 5" descr="截屏2025-05-25 下午9.39.53"/>
          <p:cNvPicPr>
            <a:picLocks noChangeAspect="1"/>
          </p:cNvPicPr>
          <p:nvPr/>
        </p:nvPicPr>
        <p:blipFill>
          <a:blip r:embed="rId2"/>
          <a:srcRect b="27370"/>
          <a:stretch>
            <a:fillRect/>
          </a:stretch>
        </p:blipFill>
        <p:spPr>
          <a:xfrm>
            <a:off x="1593215" y="1801495"/>
            <a:ext cx="6476365" cy="536511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7" name="图片 6" descr="截屏2025-05-25 下午9.39.44"/>
          <p:cNvPicPr>
            <a:picLocks noChangeAspect="1"/>
          </p:cNvPicPr>
          <p:nvPr/>
        </p:nvPicPr>
        <p:blipFill>
          <a:blip r:embed="rId3"/>
          <a:srcRect t="69929"/>
          <a:stretch>
            <a:fillRect/>
          </a:stretch>
        </p:blipFill>
        <p:spPr>
          <a:xfrm>
            <a:off x="1132840" y="2449830"/>
            <a:ext cx="5868670" cy="178244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8" name="图片 7" descr="截屏2025-05-25 下午9.39.44"/>
          <p:cNvPicPr>
            <a:picLocks noChangeAspect="1"/>
          </p:cNvPicPr>
          <p:nvPr/>
        </p:nvPicPr>
        <p:blipFill>
          <a:blip r:embed="rId3"/>
          <a:srcRect b="27823"/>
          <a:stretch>
            <a:fillRect/>
          </a:stretch>
        </p:blipFill>
        <p:spPr>
          <a:xfrm>
            <a:off x="318135" y="3589020"/>
            <a:ext cx="6271895" cy="327850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 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35"/>
            <a:ext cx="4567555" cy="68573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-19050"/>
            <a:ext cx="4282440" cy="6877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950" y="-18415"/>
            <a:ext cx="4095750" cy="6876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65575" y="2767965"/>
            <a:ext cx="426148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80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sym typeface="+mn-ea"/>
              </a:rPr>
              <a:t>下次</a:t>
            </a:r>
            <a:r>
              <a:rPr lang="zh-CN" altLang="en-US" sz="80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sym typeface="+mn-ea"/>
              </a:rPr>
              <a:t>再见</a:t>
            </a:r>
            <a:endParaRPr lang="zh-CN" altLang="en-US" sz="80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WPS 文字</Application>
  <PresentationFormat>宽屏</PresentationFormat>
  <Paragraphs>24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Wingdings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念茂</cp:lastModifiedBy>
  <cp:revision>14</cp:revision>
  <dcterms:created xsi:type="dcterms:W3CDTF">2025-05-25T13:58:59Z</dcterms:created>
  <dcterms:modified xsi:type="dcterms:W3CDTF">2025-05-25T13:58:59Z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2052-6.15.1.8935</vt:lpwstr>
  </property>
  <property fmtid="{D5CDD505-2E9C-101B-9397-08002B2CF9AE}" pid="3" name="ICV">
    <vt:lpwstr>8D396C1FE44CBFF5A4E23268CB95EA54_41</vt:lpwstr>
  </property>
</Properties>
</file>