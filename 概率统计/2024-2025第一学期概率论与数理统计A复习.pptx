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91" r:id="rId3"/>
    <p:sldId id="292" r:id="rId4"/>
    <p:sldId id="293" r:id="rId5"/>
    <p:sldId id="294" r:id="rId6"/>
    <p:sldId id="29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0A786C-E8B3-4072-B939-83B5374B6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108B7B-FBB2-4E8B-96AE-6B6DB573E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6BC75D-0802-4D5D-AA36-5F43FEE2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2101-D3C0-494D-BC6B-AA55381ED17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E24AA9-709E-4C80-A367-C3046FBFE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B2B98-9B30-4BDF-9A03-F8F19D5A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EE83-D156-4FF7-A565-B2B6359E9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902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DA934-84C9-4E4A-B9D1-A51EC04A8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DF6849-E259-446F-AB72-0ECB4630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C9C161-B006-4D51-8794-FBBFD65B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2101-D3C0-494D-BC6B-AA55381ED17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5278DC-296B-4B0B-BA50-00C9472E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8FE186-99F2-47E3-B6FC-9C49010D7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EE83-D156-4FF7-A565-B2B6359E9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67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46FED-47A4-4F4E-A00C-5D9CC3577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D544C1-608F-471D-95D2-F2E3CAF42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D074FB-6230-4B0F-A1D9-7CA9DBFC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2101-D3C0-494D-BC6B-AA55381ED17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BF7708-0606-44E2-B775-F860B00F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FDDDB4-2741-4256-8833-7430BC0A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EE83-D156-4FF7-A565-B2B6359E9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8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EF576-B0C3-4F85-935B-14669AE60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2EDA98-41EC-495B-8E50-3CA629D81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31CD51-AE6C-41C5-80FD-3BB5D569A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0409AE-760C-4DC4-8AFD-4E088E68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2101-D3C0-494D-BC6B-AA55381ED17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FE1446-2B8B-4451-BD27-C13A7577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596DD-805C-44AA-8C41-A376570DC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EE83-D156-4FF7-A565-B2B6359E9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05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A8567-1FBD-461C-ABB7-088FE4D6E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39DF56-2970-4DFC-9B93-03D9E74EE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3862F3-AA6E-4D10-BCCC-418976585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376A11-0885-4ED4-8278-FFED085189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14B3DB-5B32-4BA1-A352-A90A8C557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801D565-5F30-4D49-BC13-F6880108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2101-D3C0-494D-BC6B-AA55381ED17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3400498-D7C3-4A20-B7BB-D5F7CC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21D844-E5BE-4EDD-9F09-CBD1F600F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EE83-D156-4FF7-A565-B2B6359E9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70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2880C-93BB-4522-9F77-5C5DB978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0832A0-2779-4C2D-ADAE-3202CD96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2101-D3C0-494D-BC6B-AA55381ED17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415F7F-5DAE-4F6C-8DF1-92BD9E8F0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A77A8C-2529-452F-8F6F-03239031B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EE83-D156-4FF7-A565-B2B6359E9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14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41C1B5-C789-403A-B7AC-D247736F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2101-D3C0-494D-BC6B-AA55381ED17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50D6EA-E32D-4BC9-B495-7823DD9D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9E2D6D-EE75-43D9-B6B2-08770589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EE83-D156-4FF7-A565-B2B6359E9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473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D0FBB2-7DED-4A31-921F-C5E13996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2DBEE4-04F5-4D55-8DCC-11748BD40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D07B8F-A2EA-46D2-9F0B-A5D4F64A1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BD5673-610A-4C1D-BA5A-F5402F76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2101-D3C0-494D-BC6B-AA55381ED17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B06315-74EB-4C30-8F25-AC2FAB6F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1C878E-88B1-45B9-8933-002D27E04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EE83-D156-4FF7-A565-B2B6359E9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081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80A0A0-A63A-4532-9D97-86BB54E2D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9E520B-AD37-4F98-B65E-56D40F7B68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2FF183-B63F-4FF6-8807-8D61CDB0C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C60F6D-DBBA-436D-B9F0-5369B3B2C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2101-D3C0-494D-BC6B-AA55381ED17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833047-2BC7-4348-AE76-35ED65EB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DC69E2-5A67-4326-915F-822704A2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EE83-D156-4FF7-A565-B2B6359E9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47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4FE79-50A1-4813-9C49-DFE60BFA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AE5126-ED21-40BE-A014-600ACC623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3E104-92F9-44C1-849E-041C3ACEE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2101-D3C0-494D-BC6B-AA55381ED17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C8E741-114E-44BE-A7E2-61FD8985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2FE6C5-569B-4763-AF89-D2D8EA42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EE83-D156-4FF7-A565-B2B6359E9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3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F9157B-A3A7-4CF4-AC88-70BB90E33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5A1AAA-5471-4062-AE98-68CA1762D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3FA100-C2D3-4AEB-81ED-A72D636B7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2101-D3C0-494D-BC6B-AA55381ED17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DEC804-5CB5-4448-9E92-EC212D2E4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3FB91D-3814-4F64-8591-09AB69F8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5EE83-D156-4FF7-A565-B2B6359E9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74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7CA1E1-4CDA-4756-9426-2C5F82A9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A5F9E0-AE02-4EDC-973E-CF4354D0E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E86A85-F3B7-4591-A974-31FED46DD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02101-D3C0-494D-BC6B-AA55381ED17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C1ECBB-A4CB-4C27-9E43-F86A5C4C5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9A95BE-42DF-4E0E-B570-D936826BD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5EE83-D156-4FF7-A565-B2B6359E9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38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E27E5D8-7EC5-4B01-8E79-A4E38DB65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73323"/>
            <a:ext cx="5838636" cy="83787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6962555-537E-419B-917C-75E1331E5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421" y="911194"/>
            <a:ext cx="79629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4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D0FA75A-1C5A-4D40-A058-CC0A2983A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963" y="670524"/>
            <a:ext cx="10232542" cy="452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78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2C5B75C-F848-4CC9-A28F-4FA6AD8A8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14" y="61111"/>
            <a:ext cx="7981950" cy="10096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C6CFBE5-132C-4D73-A43F-B6FD6C0B2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89" y="1095281"/>
            <a:ext cx="4829175" cy="6286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8DFDD76-1998-41B5-A7AA-CD6725022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14" y="1748451"/>
            <a:ext cx="5172075" cy="11239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EBF684-E27A-4B3B-9482-A00990769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74" y="2896921"/>
            <a:ext cx="795337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4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9583F6-A092-4C09-9DE6-B507D1306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720" y="0"/>
            <a:ext cx="3105150" cy="619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F8AD9CC-C06A-4DD0-88BF-D7FD87FAA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307" y="522837"/>
            <a:ext cx="6356430" cy="615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4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8E1CE96-B8E8-434B-8F3E-B6AE65878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568" y="813065"/>
            <a:ext cx="9242782" cy="489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43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60D4CD-27FA-4660-9AF2-8475BE33F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884" y="292398"/>
            <a:ext cx="9251046" cy="618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5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LJC</dc:creator>
  <cp:lastModifiedBy>LJC</cp:lastModifiedBy>
  <cp:revision>3</cp:revision>
  <dcterms:created xsi:type="dcterms:W3CDTF">2024-12-26T14:00:29Z</dcterms:created>
  <dcterms:modified xsi:type="dcterms:W3CDTF">2024-12-26T23:46:03Z</dcterms:modified>
</cp:coreProperties>
</file>